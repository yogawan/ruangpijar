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rgbClr val="E8E2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Plus Jakarta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Plus Jakarta San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rgbClr val="E8E2DC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RUANGPIJAR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accent1"/>
          </a:solidFill>
          <a:latin typeface="Plus Jakarta Sans" pitchFamily="2" charset="0"/>
          <a:ea typeface="Plus Jakarta Sans" charset="0"/>
          <a:cs typeface="Plus Jakarta San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Plus Jakarta Sans" charset="0"/>
          <a:cs typeface="Plus Jakarta San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60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RuangPijar">
      <a:dk1>
        <a:srgbClr val="292525"/>
      </a:dk1>
      <a:lt1>
        <a:srgbClr val="FAF8F4"/>
      </a:lt1>
      <a:dk2>
        <a:srgbClr val="5B3A52"/>
      </a:dk2>
      <a:lt2>
        <a:srgbClr val="FFFFFF"/>
      </a:lt2>
      <a:accent1>
        <a:srgbClr val="5B3A52"/>
      </a:accent1>
      <a:accent2>
        <a:srgbClr val="E9A68D"/>
      </a:accent2>
      <a:accent3>
        <a:srgbClr val="8FA58D"/>
      </a:accent3>
      <a:accent4>
        <a:srgbClr val="EEE5EC"/>
      </a:accent4>
      <a:accent5>
        <a:srgbClr val="F8E7DF"/>
      </a:accent5>
      <a:accent6>
        <a:srgbClr val="746E6A"/>
      </a:accent6>
      <a:hlink>
        <a:srgbClr val="5B3A52"/>
      </a:hlink>
      <a:folHlink>
        <a:srgbClr val="746E6A"/>
      </a:folHlink>
    </a:clrScheme>
    <a:fontScheme name="RuangPijar">
      <a:majorFont>
        <a:latin typeface="Sora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lus Jakarta San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